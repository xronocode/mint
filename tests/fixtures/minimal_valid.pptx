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/>
  <p:sldIdLst>
    <p:sldId id="256" r:id="rId1"/>
  </p:sldIdLst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/>
      <p:grpSpPr>
        <a:xfrm>
          <a:off x="0" y="0"/>
          <a:ext cx="0" cy="0"/>
        </a:xfrm>
      </p:grpSpPr>
      <p:sp>
        <p:nvSpPr>
          <p:cNvPr id="2" name="Title 1"/>
          <p:cNvSpPr/>
          <p:nvPr/>
        </p:nvSpPr>
        <p:spPr/>
        <p:txBody>
          <a:bodyPr/>
          <a:p>
            <a:r>
              <a:rPr/>
              <a:t>Hello world</a:t>
            </a:r>
          </a:p>
        </p:txBody>
      </p:sp>
    </p:spTree>
  </p:cSld>
</p:sld>
</file>