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AI in Healthcare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Revolutionizing Patient Care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Key Benefits of AI in Healthcare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Enhanced diagnostic accuracy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Improved treatment personalization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Streamlined administrative tasks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Accelerated drug discovery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AI is transforming healthcare by improving efficiency, accuracy, and patient outcomes. Embrace the future of medicine with AI-driven solutions.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2026-05-07T06:19:31Z</dcterms:created>
  <dcterms:modified xsi:type="dcterms:W3CDTF">2026-05-07T06:19:31Z</dcterms:modified>
</cp:coreProperties>
</file>